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Smart Research Paper</a:t>
            </a:r>
            <a:br/>
            <a:r>
              <a:t>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BE4FF"/>
                </a:solidFill>
              </a:defRPr>
            </a:pPr>
            <a:r>
              <a:t>ETCM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Explainable Topic-Coverage Matching using Rabin–Karp, Edit Distance, and Bipartite Graph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Team Members</a:t>
            </a:r>
          </a:p>
          <a:p>
            <a:pPr>
              <a:defRPr sz="1100">
                <a:solidFill>
                  <a:srgbClr val="DCE1EB"/>
                </a:solidFill>
              </a:defRPr>
            </a:pPr>
            <a:r>
              <a:t>2510030315 – V SATYA SHIVA SIDDHARTH</a:t>
            </a:r>
          </a:p>
          <a:p>
            <a:pPr>
              <a:defRPr sz="1100">
                <a:solidFill>
                  <a:srgbClr val="DCE1EB"/>
                </a:solidFill>
              </a:defRPr>
            </a:pPr>
            <a:r>
              <a:t>2510030320 – BONTHAPALLY ABHILASH</a:t>
            </a:r>
          </a:p>
          <a:p>
            <a:pPr>
              <a:defRPr sz="1100">
                <a:solidFill>
                  <a:srgbClr val="DCE1EB"/>
                </a:solidFill>
              </a:defRPr>
            </a:pPr>
            <a:r>
              <a:t>2510030334 – C CHETAN</a:t>
            </a:r>
          </a:p>
          <a:p>
            <a:pPr>
              <a:defRPr sz="1100">
                <a:solidFill>
                  <a:srgbClr val="DCE1EB"/>
                </a:solidFill>
              </a:defRPr>
            </a:pPr>
            <a:r>
              <a:t>2510030354 – MOHHAMAD ABDUL REHYAN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Research databases contain many papers, making manual paper selection slow and difficult.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Keyword-only search can miss approximate matches and papers that cover different parts of a multi-topic query.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The project needs an explainable recommendation process rather than a black-box ML model.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Goal: identify relevant papers and show why they match the user's research topics.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Project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173736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Exact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Use Rabin–Karp to detect direct topic occurrences.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73736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17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Approximate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Use Edit Distance to handle wording variation.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64008" cy="1737360"/>
          </a:xfrm>
          <a:prstGeom prst="rect">
            <a:avLst/>
          </a:prstGeom>
          <a:solidFill>
            <a:srgbClr val="16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17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Topic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3852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Measure how much of the query topic set each paper covers.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657600"/>
            <a:ext cx="64008" cy="173736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803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Graph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2452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Build topic ↔ paper relationships and apply maximum matching.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64008" cy="173736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03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2452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Show matched topics, scores, ERS, and graph relationships.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ETCM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4632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2064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6343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3775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Topic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8056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5488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Rabin–Karp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9768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7200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Edit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1479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8912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Coverage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1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0623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4904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2335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Bipartite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6616" y="2194560"/>
            <a:ext cx="1141983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4048" y="2322576"/>
            <a:ext cx="108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749039"/>
            <a:ext cx="8503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749039"/>
            <a:ext cx="64008" cy="128016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895344"/>
            <a:ext cx="8183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PDF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15968"/>
            <a:ext cx="81838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Uploaded PDF → text extraction → topic extraction → same ETCM recommendation pipeline.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Text Preprocessing &amp; Topic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Query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892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Lowercase, remove punctuation, split into words, remove common stop words, remove duplicates.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17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Paper topic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4892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Normalize text, count useful word frequencies, track first occurrence, retain up to 15 high-frequency topics.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6984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03904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0378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“blockchain security for healthcare data” produces topics such as blockchain, security, healthcare, and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Rabin–Karp Exact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Purpose: detect whether a topic occurs in a paper's searchable text.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Technique: rolling hash with BASE = 256 and PRIME = 101.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Hash matches are verified character-by-character to avoid false positives from collisions.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Exact score = matched topics / total query topics.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Why it matters: a clear and demonstrable string-matching DSA component.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Edit Distance Approximate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Dynamic programming computes minimum insertions, deletions, and substitutions.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Similarity = 1 − distance / max(length of the two strings).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For each query topic, the system compares against paper words and keeps the best similarity.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Only similarities at or above 0.60 contribute to the approximate score.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Purpose: tolerate spelling variation and wording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Topic Coverage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Each query is represented as a set of extracted topics.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For every paper, the system records which topics are found by exact matching.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Coverage score = number of matched topics / total topics.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Topic–paper relationships form the basis for the bipartite graph.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Coverage adds a multi-topic perspective beyond a single keyword hit.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Explainable Relevance Score (ERS)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64008" cy="155448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17904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 — Exact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2788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Direct topic occurrences detected using Rabin–Karp.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71600"/>
            <a:ext cx="64008" cy="155448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517904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A — Approximate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938528"/>
            <a:ext cx="2788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Best Edit Distance similarity for each topic.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64008" cy="155448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17904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C — Topic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38528"/>
            <a:ext cx="2788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Fraction of query topics matched.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657600"/>
            <a:ext cx="8503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657600"/>
            <a:ext cx="64008" cy="109728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803904"/>
            <a:ext cx="8183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Formula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24528"/>
            <a:ext cx="81838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ERS = 0.5E + 0.3A + 0.2C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029200"/>
            <a:ext cx="8138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5029200"/>
            <a:ext cx="64008" cy="7315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5175504"/>
            <a:ext cx="7818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596128"/>
            <a:ext cx="781812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Weights are project design choices.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Bipartite Graph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Left side: extracted query topics; right side: candidate papers.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An edge exists when a paper covers a topic.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DFS-based augmenting paths compute maximum bipartite matching.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Matching highlights distinct topic-to-paper assignments and supports graph visualization.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Maximum matching is one-to-one; topic coverage and ERS are computed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For each paper, calculate Exact Match, Approximate Match, and Topic Coverage.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Combine them into ERS.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Sort recommendations by ERS in descending order.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Store matched topics for explanation in the user interface.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The uploaded-PDF path extracts paper topics first, then applies the same scoring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JavaFX Application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3502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Search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5564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Enter a research query and generate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3502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Upload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5564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Extract text and use the uploaded paper as the query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6946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Topic pills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99008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Show detected topics.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2316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42316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6946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Score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9008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Display ERS and component scores.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80390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Sorting &amp;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22452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Reorder and filter recommendations.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6576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80390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Bipartite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2452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Visualize topic-to-paper relationships.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9204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03834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Paper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45896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Inspect title, authors, keywords, abstract.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9204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64008" cy="9601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03834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58968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Generate CSV and text reports.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Data &amp; File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papers.csv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ID, title, authors, keywords, abstract. Loaded at startup.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CSV Reader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Handles quoted CSV fields and creates Paper objects.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PDF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38528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Extracts text from uploaded PDFs.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CSV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Exports ranked recommendation data and scores.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490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749039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Text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159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Exports query, topics, recommendations, abstracts, and matching.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490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Paper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3159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Shows title, authors, keywords, and abstract.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Complexity &amp; DSA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Rabin–Karp: rolling-hash string matching with efficient average behavior for substring search.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Edit Distance: O(mn) dynamic programming for strings of lengths m and n.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Topic coverage: evaluates topic–paper relationships across extracted topics and paper text.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Bipartite matching: DFS augmenting-path approach, commonly expressed as O(VE).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Overall system uses classical, explainable DSA techniques rather than ML/deep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Java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636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JavaFX 21.0.12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636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84248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Eclipse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CSV paper library + PDF upload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490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749039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159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Rabin–Karp + Edit Distance + Bipartite Matching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490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3159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JavaFX recommendations + graph +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Sample Recommendation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3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9695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Topics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21607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Exact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0951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Approx.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0295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7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39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1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3" y="1828800"/>
            <a:ext cx="149961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B6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86415" y="1956816"/>
            <a:ext cx="14447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848"/>
                </a:solidFill>
              </a:defRPr>
            </a:pPr>
            <a:r>
              <a:t>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9184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291840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381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Example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587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“blockchain security healthcare data”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9184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291840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381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Candidate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587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Search title, keywords, and abstract.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29184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291840"/>
            <a:ext cx="64008" cy="164592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9" y="34381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Explanation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385876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Matched topics + E/A/C scores + 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Advantages of the ETCM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Explainable: every recommendation exposes component scores and matched topics.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DSA-focused: demonstrates hashing, dynamic programming, graph representation, and matching.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Simple deployment: Java + JavaFX without a Python/ML stack.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Flexible input: supports typed research queries and uploaded PDFs.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Interactive UI: search, sort, filter, inspect, visualize, and export.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Designed for academic demonstration: the pipeline can be traced step by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Current topic extraction is primarily word-based; multi-word concepts can be represented as separate tokens.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Exact matching is substring-based, so token-boundary handling could be refined.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Approximate matching is word-level and may produce noisy similarities for some vocabulary.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Paper ranking uses fixed ERS weights; future versions could allow configurable weights.</a:t>
            </a:r>
          </a:p>
          <a:p>
            <a:pPr>
              <a:spcAft>
                <a:spcPts val="1000"/>
              </a:spcAft>
              <a:defRPr sz="1700">
                <a:solidFill>
                  <a:srgbClr val="374151"/>
                </a:solidFill>
              </a:defRPr>
            </a:pPr>
            <a:r>
              <a:t>Future scope: richer phrase extraction, better semantic grouping, larger paper libraries, and stronger evaluation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Project Status / Demo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146304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Core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063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Rabin–Karp ✓</a:t>
            </a:r>
            <a:br/>
            <a:r>
              <a:t>Edit Distance ✓</a:t>
            </a:r>
            <a:br/>
            <a:r>
              <a:t>Topic Coverage ✓</a:t>
            </a:r>
            <a:br/>
            <a:r>
              <a:t>Bipartite Matching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46304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3063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JavaFX UI ✓</a:t>
            </a:r>
            <a:br/>
            <a:r>
              <a:t>Search ✓</a:t>
            </a:r>
            <a:br/>
            <a:r>
              <a:t>PDF upload ✓</a:t>
            </a:r>
            <a:br/>
            <a:r>
              <a:t>Sorting/filtering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64008" cy="146304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38528"/>
            <a:ext cx="3063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Graph ✓</a:t>
            </a:r>
            <a:br/>
            <a:r>
              <a:t>Paper details ✓</a:t>
            </a:r>
            <a:br/>
            <a:r>
              <a:t>CSV export ✓</a:t>
            </a:r>
            <a:br/>
            <a:r>
              <a:t>Text report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657600"/>
            <a:ext cx="7040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657600"/>
            <a:ext cx="64008" cy="1554480"/>
          </a:xfrm>
          <a:prstGeom prst="rect">
            <a:avLst/>
          </a:prstGeom>
          <a:solidFill>
            <a:srgbClr val="4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803904"/>
            <a:ext cx="6720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848"/>
                </a:solidFill>
              </a:defRPr>
            </a:pPr>
            <a:r>
              <a:t>Final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24528"/>
            <a:ext cx="6720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</a:defRPr>
            </a:pPr>
            <a:r>
              <a:t>Compile in Eclipse, verify JavaFX VM arguments, place papers.csv in the working directory, and perform an end-to-end demo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8284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B6CB7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ETCM • Advanced DSA Project                                 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